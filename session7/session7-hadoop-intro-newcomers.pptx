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slide -- five pillars from the source outline, one per section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contrast before introducing the distributed answer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slide: names the three pillars (HDFS, MapReduce, YARN) that the next six slides unpack.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600 MB example concretely -- 4x128MB + 1x88MB = 600MB, it's arithmetic students can verify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fault-tolerance payoff of the block-splitting design from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Mirrors HDFS's own pattern: work is split and kept local to where the data already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with the mapper example from the previous slide: same sentences, now the counts get combined into a final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two of YARN's core components; Application Master &amp; Containers continue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 the YARN component list, then bridges to the ecosystem tools that run as YARN-managed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recap of all three pillars in one table before returning to session7's full deep-dive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INTRODUCTION FOR NEWCOMERS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Hadoop, Explained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Why single machines stopped being enough for Big Data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HDFS: how Hadoop stores data across a cluster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MapReduce: how Hadoop processes data across a cluster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YARN: how Hadoop shares cluster resources across jobs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The ecosystem and real companies running it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THE BIG DATA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From Single Machines to Clusters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134219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What used to work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Traditional single-processor systems easily handled small volumes of structured data stored in neat rows and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486400" cy="165874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What changed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The rise of unstructured Big Data: emails, images, audio, and video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This created massive semi-structured and unstructured data streams that overwhelmed single machines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WHY HADOOP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The Distributed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38252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Hadoop solves scaling bottlenecks by using a distributed cluster of commodity hardware to store and process data collectively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"Commodity hardware" -- ordinary, affordable servers, not specialized supercomputers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The cluster works together as one system instead of relying on any single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480560"/>
            <a:ext cx="534924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D4ED8"/>
                </a:solidFill>
                <a:latin typeface="Arial"/>
              </a:defRPr>
            </a:pPr>
            <a:r>
              <a:t>Store</a:t>
            </a:r>
          </a:p>
          <a:p>
            <a:pPr algn="ctr">
              <a:defRPr sz="1250">
                <a:solidFill>
                  <a:srgbClr val="475569"/>
                </a:solidFill>
                <a:latin typeface="Arial"/>
              </a:defRPr>
            </a:pPr>
            <a:r>
              <a:t>collectively, across the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448056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D4ED8"/>
                </a:solidFill>
                <a:latin typeface="Arial"/>
              </a:defRPr>
            </a:pPr>
            <a:r>
              <a:t>Process</a:t>
            </a:r>
          </a:p>
          <a:p>
            <a:pPr algn="ctr">
              <a:defRPr sz="1250">
                <a:solidFill>
                  <a:srgbClr val="475569"/>
                </a:solidFill>
                <a:latin typeface="Arial"/>
              </a:defRPr>
            </a:pPr>
            <a:r>
              <a:t>collectively, across the cluster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DATA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Pillar 1 — HDFS: Splitting Files Into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165874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Distributed file allocation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The Hadoop Distributed File System (HDFS) splits large files into smaller data blocks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Those blocks are distributed across multiple data nodes in the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486400" cy="1392999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Default block sizing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Data is partitioned into default 128 MB blocks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Example: a 600 MB file is split into four 128 MB blocks and one 88 MB 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DATA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Pillar 1 — HDFS: Replication for Fault Tolerance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469517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3x replication schema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To ensure fault tolerance, HDFS creates copies of each block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The default replication factor is 3, spread across different nodes</a:t>
            </a:r>
          </a:p>
          <a:p>
            <a:pPr>
              <a:spcAft>
                <a:spcPts val="4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This prevents data loss if a node crashes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D4ED8"/>
                </a:solidFill>
                <a:latin typeface="Arial"/>
              </a:defRPr>
            </a:pPr>
            <a:r>
              <a:t>3 copies per block</a:t>
            </a:r>
          </a:p>
          <a:p>
            <a:pPr algn="ctr">
              <a:defRPr sz="1250">
                <a:solidFill>
                  <a:srgbClr val="475569"/>
                </a:solidFill>
                <a:latin typeface="Arial"/>
              </a:defRPr>
            </a:pPr>
            <a:r>
              <a:t>one node failing costs zero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Pillar 2 — MapReduce: Divide and Conquer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165874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Divide-and-conquer execution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MapReduce avoids processing bottlenecks by splitting datasets into individual parts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Those parts execute in parallel across cluster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486400" cy="1658746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Mapper phase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Input data is split into sections -- for example, text separated by full stops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Mapper functions count or process items locally, on each node's own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Pillar 2 — Shuffle, Sort, and Reduce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What happens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Shuffle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Intermediate results from every mapper are collected across the cluster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Those results are sorted by key so matching keys end up together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Reduce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The reducer phase consolidates sorted results into the aggregated final output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CLUSTER RESOURCE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Pillar 3 — YARN: Resource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12725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YARN (Yet Another Resource Negotiator) manages and allocates physical computing resources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Covers RAM, CPU, and network bandwidth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Across all concurrent jobs running on the cluster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1148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0104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Resource Manager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Coordinates overall cluster resource assignments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Node Managers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Monitor resource consumption on individual server nodes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CLUSTER RESOURCE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Application Master, Containers, and the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1624457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Application Master &amp; Containers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Application Masters request containers -- allocations of physical resources -- from Node Managers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Those containers execute the actual workload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486400" cy="1624457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Modularity &amp; add-ons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Additional frameworks sit on top of Hadoop to simplify analytics and data ingestion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Hive, Pig, Apache Spark, Flume, and Sqoop are the named examples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7490"/>
                </a:solidFill>
                <a:latin typeface="Arial"/>
              </a:defRPr>
            </a:pPr>
            <a:r>
              <a:t>ENTERPRISE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rial"/>
              </a:defRPr>
            </a:pPr>
            <a:r>
              <a:t>Real-World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12725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ctr">
              <a:defRPr b="1" sz="1500">
                <a:solidFill>
                  <a:srgbClr val="0E7490"/>
                </a:solidFill>
                <a:latin typeface="Arial"/>
              </a:defRPr>
            </a:pPr>
            <a:r>
              <a:t>Who runs it, and for what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Industry leaders such as Facebook, IBM, eBay, and Amazon deploy Hadoop clusters</a:t>
            </a:r>
          </a:p>
          <a:p>
            <a:pPr>
              <a:spcAft>
                <a:spcPts val="4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• Use cases named: data warehousing, fraud detection, and recommendation engines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8404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Pillar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One-line takeaway</a:t>
                      </a:r>
                    </a:p>
                  </a:txBody>
                  <a:tcPr anchor="ctr">
                    <a:solidFill>
                      <a:srgbClr val="1D4ED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HDFS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Splits files into replicated blocks across the cluster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MapReduce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Splits computation into parallel map, shuffle/sort, and reduce steps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YARN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Shares cluster CPU, RAM, and bandwidth across concurrent jobs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/>
      <vt:lpstr/>
      <vt:lpstr/>
      <vt:lpstr/>
      <vt:lpstr/>
      <vt:lpstr/>
      <vt:lpstr/>
      <vt:lpstr/>
      <vt:lpstr/>
      <vt:lpstr/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