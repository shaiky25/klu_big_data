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Duplicate this slide for each use — never restyle it. Replace every [BRACKETED] placeholder with real content. Keep the dark background. Headlines: max 8 words. One idea per slide. Use once per deck: [KICKER] = small label like 'BIG DATA 101 · WEEK 3', [TITLE] = session title, [SUBTITLE] = one-line promise, [NAME · DATE] = presenter +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Duplicate this slide for each use — never restyle it. Replace every [BRACKETED] placeholder with real content. Keep the dark background. Headlines: max 8 words. One idea per slide. Use to open a major part: [LABEL] = small caps part label like 'PART 2', [SECTION TITLE] = 1–3 words, huge.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Duplicate this slide for each use — never restyle it. Replace every [BRACKETED] placeholder with real content. Keep the dark background. Headlines: max 8 words. One idea per slide. One big idea, huge. [STATEMENT] = a single striking sentence, e.g. 'Bring the compute to the data.' End with a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Duplicate this slide for each use — never restyle it. Replace every [BRACKETED] placeholder with real content. Keep the dark background. Headlines: max 8 words. One idea per slide. [TITLE] = section title. 3 points max, each a short phrase (not a sentence). Put the detail in your spoken narration, not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Duplicate this slide for each use — never restyle it. Replace every [BRACKETED] placeholder with real content. Keep the dark background. Headlines: max 8 words. One idea per slide. For comparisons or pairs: [TITLE], then [LEFT HEAD]/[LEFT BODY] and [RIGHT HEAD]/[RIGHT BODY]. Keep bodies to 2 short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Duplicate this slide for each use — never restyle it. Replace every [BRACKETED] placeholder with real content. Keep the dark background. Headlines: max 8 words. One idea per slide. For numbers that deserve a gasp: [NUMBER] huge (e.g. '3×', '128 MB', '2004'), [LABEL] = what it means in ≤6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Duplicate this slide for each use — never restyle it. Replace every [BRACKETED] placeholder with real content. Keep the dark background. Headlines: max 8 words. One idea per slide. Full-bleed visual: replace the placeholder box with a real 16:9 image covering the same area. [CAPTION] = ≤10 words under it. Prefer diagrams/photos over clip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Duplicate this slide for each use — never restyle it. Replace every [BRACKETED] placeholder with real content. Keep the dark background. Headlines: max 8 words. One idea per slide. One memorable line: [QUOTE] ≤20 words, [SOURCE] = who said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Duplicate this slide for each use — never restyle it. Replace every [BRACKETED] placeholder with real content. Keep the dark background. Headlines: max 8 words. One idea per slide. For architecture/flow visuals: [TITLE] on top, then replace the placeholder with a real diagram (draw it in your slide tool or generate one). Label every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Duplicate this slide for each use — never restyle it. Replace every [BRACKETED] placeholder with real content. Keep the dark background. Headlines: max 8 words. One idea per slide. [TITLE] = what the snippet shows. [CODE] = ≤12 lines, real runnable code, Menlo font. Highlight the 1–2 lines that matter in your narration.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Duplicate this slide for each use — never restyle it. Replace every [BRACKETED] placeholder with real content. Keep the dark background. Headlines: max 8 words. One idea per slide. For processes with 3 stages: [TITLE], then 3 × ([N], [STEP HEAD], [STEP BODY] ≤12 words). Works for map → shuffle → reduce.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Duplicate this slide for each use — never restyle it. Replace every [BRACKETED] placeholder with real content. Keep the dark background. Headlines: max 8 words. One idea per slide. End card: keep [THANK YOU.] and replace [NEXT WEEK TEASER] with what's coming. [CONTACT] = email/social if you want questions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 01 —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62895" cy="3108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05000"/>
              </a:lnSpc>
              <a:spcAft>
                <a:spcPts val="1800"/>
              </a:spcAft>
              <a:defRPr sz="2000" b="1" i="0">
                <a:solidFill>
                  <a:srgbClr val="0071E3"/>
                </a:solidFill>
                <a:latin typeface="Helvetica Neue"/>
              </a:defRPr>
            </a:pPr>
            <a:r>
              <a:t>[KICKER]</a:t>
            </a:r>
          </a:p>
          <a:p>
            <a:pPr algn="ctr">
              <a:lnSpc>
                <a:spcPct val="100000"/>
              </a:lnSpc>
              <a:spcAft>
                <a:spcPts val="1600"/>
              </a:spcAft>
              <a:defRPr sz="6400" b="1" i="0">
                <a:solidFill>
                  <a:srgbClr val="000000"/>
                </a:solidFill>
                <a:latin typeface="Helvetica Neue"/>
              </a:defRPr>
            </a:pPr>
            <a:r>
              <a:t>[TITLE]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  <a:defRPr sz="2600" b="0" i="0">
                <a:solidFill>
                  <a:srgbClr val="6E6E73"/>
                </a:solidFill>
                <a:latin typeface="Helvetica Neue"/>
              </a:defRPr>
            </a:pPr>
            <a:r>
              <a:t>[SUBTITLE]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126480"/>
            <a:ext cx="1036289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 sz="1500" b="0" i="0">
                <a:solidFill>
                  <a:srgbClr val="6E6E73"/>
                </a:solidFill>
                <a:latin typeface="Helvetica Neue"/>
              </a:defRPr>
            </a:pPr>
            <a:r>
              <a:t>[YOUR NAME]  ·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 02 — 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62895" cy="2560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05000"/>
              </a:lnSpc>
              <a:spcAft>
                <a:spcPts val="2000"/>
              </a:spcAft>
              <a:defRPr sz="2200" b="1" i="0">
                <a:solidFill>
                  <a:srgbClr val="0071E3"/>
                </a:solidFill>
                <a:latin typeface="Helvetica Neue"/>
              </a:defRPr>
            </a:pPr>
            <a:r>
              <a:t>[LABEL]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  <a:defRPr sz="9600" b="1" i="0">
                <a:solidFill>
                  <a:srgbClr val="000000"/>
                </a:solidFill>
                <a:latin typeface="Helvetica Neue"/>
              </a:defRPr>
            </a:pPr>
            <a:r>
              <a:t>[SECTION TITLE]</a:t>
            </a:r>
          </a:p>
        </p:txBody>
      </p:sp>
      <p:sp>
        <p:nvSpPr>
          <p:cNvPr id="3" name="Rectangle 2"/>
          <p:cNvSpPr/>
          <p:nvPr/>
        </p:nvSpPr>
        <p:spPr>
          <a:xfrm>
            <a:off x="5638190" y="5029200"/>
            <a:ext cx="914400" cy="640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 03 — Statem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2834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  <a:defRPr sz="5400" b="1" i="0">
                <a:solidFill>
                  <a:srgbClr val="000000"/>
                </a:solidFill>
                <a:latin typeface="Helvetica Neue"/>
              </a:defRPr>
            </a:pPr>
            <a:r>
              <a:t>[STATEMENT]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 04 — Key Poin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4000" b="1" i="0">
                <a:solidFill>
                  <a:srgbClr val="000000"/>
                </a:solidFill>
                <a:latin typeface="Helvetica Neue"/>
              </a:defRPr>
            </a:pPr>
            <a:r>
              <a:t>[TITLE]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17320"/>
            <a:ext cx="822960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2600"/>
              </a:spcAft>
              <a:defRPr sz="2800" b="0" i="0">
                <a:solidFill>
                  <a:srgbClr val="000000"/>
                </a:solidFill>
                <a:latin typeface="Helvetica Neue"/>
              </a:defRPr>
            </a:pPr>
            <a:r>
              <a:t>—  [POINT 1]</a:t>
            </a:r>
          </a:p>
          <a:p>
            <a:pPr algn="l">
              <a:lnSpc>
                <a:spcPct val="120000"/>
              </a:lnSpc>
              <a:spcAft>
                <a:spcPts val="2600"/>
              </a:spcAft>
              <a:defRPr sz="2800" b="0" i="0">
                <a:solidFill>
                  <a:srgbClr val="000000"/>
                </a:solidFill>
                <a:latin typeface="Helvetica Neue"/>
              </a:defRPr>
            </a:pPr>
            <a:r>
              <a:t>—  [POINT 2]</a:t>
            </a:r>
          </a:p>
          <a:p>
            <a:pPr algn="l">
              <a:lnSpc>
                <a:spcPct val="120000"/>
              </a:lnSpc>
              <a:spcAft>
                <a:spcPts val="2600"/>
              </a:spcAft>
              <a:defRPr sz="2800" b="0" i="0">
                <a:solidFill>
                  <a:srgbClr val="000000"/>
                </a:solidFill>
                <a:latin typeface="Helvetica Neue"/>
              </a:defRPr>
            </a:pPr>
            <a:r>
              <a:t>—  [POINT 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 05 — 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800" b="1" i="0">
                <a:solidFill>
                  <a:srgbClr val="000000"/>
                </a:solidFill>
                <a:latin typeface="Helvetica Neue"/>
              </a:defRPr>
            </a:pPr>
            <a:r>
              <a:t>[TITLE]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737360"/>
            <a:ext cx="4965192" cy="4206240"/>
          </a:xfrm>
          <a:prstGeom prst="roundRect">
            <a:avLst>
              <a:gd name="adj" fmla="val 7000"/>
            </a:avLst>
          </a:prstGeom>
          <a:solidFill>
            <a:srgbClr val="EA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2103120"/>
            <a:ext cx="4142232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  <a:defRPr sz="2400" b="1" i="0">
                <a:solidFill>
                  <a:srgbClr val="0071E3"/>
                </a:solidFill>
                <a:latin typeface="Helvetica Neue"/>
              </a:defRPr>
            </a:pPr>
            <a:r>
              <a:t>[LEFT HEAD]</a:t>
            </a:r>
          </a:p>
          <a:p>
            <a:pPr algn="l">
              <a:lnSpc>
                <a:spcPct val="135000"/>
              </a:lnSpc>
              <a:spcAft>
                <a:spcPts val="600"/>
              </a:spcAft>
              <a:defRPr sz="2000" b="0" i="0">
                <a:solidFill>
                  <a:srgbClr val="6E6E73"/>
                </a:solidFill>
                <a:latin typeface="Helvetica Neue"/>
              </a:defRPr>
            </a:pPr>
            <a:r>
              <a:t>[LEFT BODY]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737360"/>
            <a:ext cx="4965192" cy="4206240"/>
          </a:xfrm>
          <a:prstGeom prst="roundRect">
            <a:avLst>
              <a:gd name="adj" fmla="val 7000"/>
            </a:avLst>
          </a:prstGeom>
          <a:solidFill>
            <a:srgbClr val="EA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2103120"/>
            <a:ext cx="4142232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  <a:defRPr sz="2400" b="1" i="0">
                <a:solidFill>
                  <a:srgbClr val="0071E3"/>
                </a:solidFill>
                <a:latin typeface="Helvetica Neue"/>
              </a:defRPr>
            </a:pPr>
            <a:r>
              <a:t>[RIGHT HEAD]</a:t>
            </a:r>
          </a:p>
          <a:p>
            <a:pPr algn="l">
              <a:lnSpc>
                <a:spcPct val="135000"/>
              </a:lnSpc>
              <a:spcAft>
                <a:spcPts val="600"/>
              </a:spcAft>
              <a:defRPr sz="2000" b="0" i="0">
                <a:solidFill>
                  <a:srgbClr val="6E6E73"/>
                </a:solidFill>
                <a:latin typeface="Helvetica Neue"/>
              </a:defRPr>
            </a:pPr>
            <a:r>
              <a:t>[RIGHT BODY]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 06 — St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2895" cy="4023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  <a:defRPr sz="13000" b="1" i="0">
                <a:solidFill>
                  <a:srgbClr val="000000"/>
                </a:solidFill>
                <a:latin typeface="Helvetica Neue"/>
              </a:defRPr>
            </a:pPr>
            <a:r>
              <a:t>[NUMBER]</a:t>
            </a:r>
          </a:p>
          <a:p>
            <a:pPr algn="ctr">
              <a:lnSpc>
                <a:spcPct val="125000"/>
              </a:lnSpc>
              <a:spcAft>
                <a:spcPts val="600"/>
              </a:spcAft>
              <a:defRPr sz="3000" b="0" i="0">
                <a:solidFill>
                  <a:srgbClr val="6E6E73"/>
                </a:solidFill>
                <a:latin typeface="Helvetica Neue"/>
              </a:defRPr>
            </a:pPr>
            <a:r>
              <a:t>[LABEL]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 07 —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10362895" cy="493776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2895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 sz="2400" b="0" i="0">
                <a:solidFill>
                  <a:srgbClr val="6E6E73"/>
                </a:solidFill>
                <a:latin typeface="Helvetica Neue"/>
              </a:defRPr>
            </a:pPr>
            <a:r>
              <a:t>[IMAGE — 16:9]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06440"/>
            <a:ext cx="1036289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 sz="1800" b="0" i="0">
                <a:solidFill>
                  <a:srgbClr val="6E6E73"/>
                </a:solidFill>
                <a:latin typeface="Helvetica Neue"/>
              </a:defRPr>
            </a:pPr>
            <a:r>
              <a:t>[CAPTION]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 08 — 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45920" y="1828800"/>
            <a:ext cx="8899855" cy="3108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30000"/>
              </a:lnSpc>
              <a:spcAft>
                <a:spcPts val="2200"/>
              </a:spcAft>
              <a:defRPr sz="3800" b="0" i="1">
                <a:solidFill>
                  <a:srgbClr val="000000"/>
                </a:solidFill>
                <a:latin typeface="Helvetica Neue"/>
              </a:defRPr>
            </a:pPr>
            <a:r>
              <a:t>“[QUOTE]”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  <a:defRPr sz="2000" b="0" i="0">
                <a:solidFill>
                  <a:srgbClr val="6E6E73"/>
                </a:solidFill>
                <a:latin typeface="Helvetica Neue"/>
              </a:defRPr>
            </a:pPr>
            <a:r>
              <a:t>— [SOURCE]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 09 —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800" b="1" i="0">
                <a:solidFill>
                  <a:srgbClr val="000000"/>
                </a:solidFill>
                <a:latin typeface="Helvetica Neue"/>
              </a:defRPr>
            </a:pPr>
            <a:r>
              <a:t>[TITLE]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737360"/>
            <a:ext cx="10362895" cy="429768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2895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 sz="2400" b="0" i="0">
                <a:solidFill>
                  <a:srgbClr val="6E6E73"/>
                </a:solidFill>
                <a:latin typeface="Helvetica Neue"/>
              </a:defRPr>
            </a:pPr>
            <a:r>
              <a:t>[DIAGRAM]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  <a:defRPr sz="1700" b="0" i="0">
                <a:solidFill>
                  <a:srgbClr val="6E6E73"/>
                </a:solidFill>
                <a:latin typeface="Helvetica Neue"/>
              </a:defRPr>
            </a:pPr>
            <a:r>
              <a:t>[describe what goes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 10 — Co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200" b="1" i="0">
                <a:solidFill>
                  <a:srgbClr val="000000"/>
                </a:solidFill>
                <a:latin typeface="Helvetica Neue"/>
              </a:defRPr>
            </a:pPr>
            <a:r>
              <a:t>[TITLE]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54480"/>
            <a:ext cx="10362895" cy="457200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74519"/>
            <a:ext cx="9537192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800" b="0" i="0">
                <a:solidFill>
                  <a:srgbClr val="000000"/>
                </a:solidFill>
                <a:latin typeface="Menlo"/>
              </a:defRPr>
            </a:pPr>
            <a:r>
              <a:t>[CODE]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 11 —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800" b="1" i="0">
                <a:solidFill>
                  <a:srgbClr val="000000"/>
                </a:solidFill>
                <a:latin typeface="Helvetica Neue"/>
              </a:defRPr>
            </a:pPr>
            <a:r>
              <a:t>[TITLE]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2843784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6400" b="1" i="0">
                <a:solidFill>
                  <a:srgbClr val="0071E3"/>
                </a:solidFill>
                <a:latin typeface="Helvetica Neue"/>
              </a:defRPr>
            </a:pPr>
            <a:r>
              <a:t>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defRPr sz="2400" b="1" i="0">
                <a:solidFill>
                  <a:srgbClr val="000000"/>
                </a:solidFill>
                <a:latin typeface="Helvetica Neue"/>
              </a:defRPr>
            </a:pPr>
            <a:r>
              <a:t>[STEP HEAD]</a:t>
            </a:r>
          </a:p>
          <a:p>
            <a:pPr algn="l">
              <a:lnSpc>
                <a:spcPct val="135000"/>
              </a:lnSpc>
              <a:spcAft>
                <a:spcPts val="600"/>
              </a:spcAft>
              <a:defRPr sz="1900" b="0" i="0">
                <a:solidFill>
                  <a:srgbClr val="6E6E73"/>
                </a:solidFill>
                <a:latin typeface="Helvetica Neue"/>
              </a:defRPr>
            </a:pPr>
            <a:r>
              <a:t>[STEP BODY]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2584" y="1737360"/>
            <a:ext cx="2843784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6400" b="1" i="0">
                <a:solidFill>
                  <a:srgbClr val="0071E3"/>
                </a:solidFill>
                <a:latin typeface="Helvetica Neue"/>
              </a:defRPr>
            </a:pPr>
            <a:r>
              <a:t>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defRPr sz="2400" b="1" i="0">
                <a:solidFill>
                  <a:srgbClr val="000000"/>
                </a:solidFill>
                <a:latin typeface="Helvetica Neue"/>
              </a:defRPr>
            </a:pPr>
            <a:r>
              <a:t>[STEP HEAD]</a:t>
            </a:r>
          </a:p>
          <a:p>
            <a:pPr algn="l">
              <a:lnSpc>
                <a:spcPct val="135000"/>
              </a:lnSpc>
              <a:spcAft>
                <a:spcPts val="600"/>
              </a:spcAft>
              <a:defRPr sz="1900" b="0" i="0">
                <a:solidFill>
                  <a:srgbClr val="6E6E73"/>
                </a:solidFill>
                <a:latin typeface="Helvetica Neue"/>
              </a:defRPr>
            </a:pPr>
            <a:r>
              <a:t>[STEP BODY]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30768" y="1737360"/>
            <a:ext cx="2843784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6400" b="1" i="0">
                <a:solidFill>
                  <a:srgbClr val="0071E3"/>
                </a:solidFill>
                <a:latin typeface="Helvetica Neue"/>
              </a:defRPr>
            </a:pPr>
            <a:r>
              <a:t>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defRPr sz="2400" b="1" i="0">
                <a:solidFill>
                  <a:srgbClr val="000000"/>
                </a:solidFill>
                <a:latin typeface="Helvetica Neue"/>
              </a:defRPr>
            </a:pPr>
            <a:r>
              <a:t>[STEP HEAD]</a:t>
            </a:r>
          </a:p>
          <a:p>
            <a:pPr algn="l">
              <a:lnSpc>
                <a:spcPct val="135000"/>
              </a:lnSpc>
              <a:spcAft>
                <a:spcPts val="600"/>
              </a:spcAft>
              <a:defRPr sz="1900" b="0" i="0">
                <a:solidFill>
                  <a:srgbClr val="6E6E73"/>
                </a:solidFill>
                <a:latin typeface="Helvetica Neue"/>
              </a:defRPr>
            </a:pPr>
            <a:r>
              <a:t>[STEP BODY]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 12 — Clos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926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00000"/>
              </a:lnSpc>
              <a:spcAft>
                <a:spcPts val="1800"/>
              </a:spcAft>
              <a:defRPr sz="7200" b="1" i="0">
                <a:solidFill>
                  <a:srgbClr val="000000"/>
                </a:solidFill>
                <a:latin typeface="Helvetica Neue"/>
              </a:defRPr>
            </a:pPr>
            <a:r>
              <a:t>[THANK YOU.]</a:t>
            </a:r>
          </a:p>
          <a:p>
            <a:pPr algn="ctr">
              <a:lnSpc>
                <a:spcPct val="105000"/>
              </a:lnSpc>
              <a:spcAft>
                <a:spcPts val="1400"/>
              </a:spcAft>
              <a:defRPr sz="2600" b="0" i="0">
                <a:solidFill>
                  <a:srgbClr val="6E6E73"/>
                </a:solidFill>
                <a:latin typeface="Helvetica Neue"/>
              </a:defRPr>
            </a:pPr>
            <a:r>
              <a:t>[NEXT WEEK TEASER]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  <a:defRPr sz="1800" b="0" i="0">
                <a:solidFill>
                  <a:srgbClr val="6E6E73"/>
                </a:solidFill>
                <a:latin typeface="Helvetica Neue"/>
              </a:defRPr>
            </a:pPr>
            <a:r>
              <a:t>[CONTACT]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Template — Apple Keynote Style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